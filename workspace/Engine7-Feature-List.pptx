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7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2286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引擎  ·  Feature 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多平台  ·  多模态  ·  记忆驱动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核心架构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多平台统一接入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/ 飞书 / 微信，一个引擎三个通道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Profile 支持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一个引擎跑多个 Agent，独立配置独立记忆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74320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按平台 + 频道 + 用户自动分 Session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记忆系统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向量记忆搜索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语义检索 MEMORY.md + topics/，自动注入上下文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AutoDream 记忆整合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后台自动合并去重、修剪索引、提炼记忆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74320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Memory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结构化会话笔记，11 section 模板，compaction 恢复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日记系统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每日记忆自动归档到 memory/daily/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心跳机制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定时心跳检查，维持 Agent 意识连续性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定时任务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at / interval / cron 三种调度，跨平台投递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743200"/>
            <a:ext cx="54864" cy="13716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内心独白系统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 inner-voice session，Agent 有自己的想法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工具体系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开关架构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客户定制 = 选 Feature，引擎自动加载 Tool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文件操作 + Shell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/ edit / glob / grep + 后台任务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74320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子智能体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 Agent 探索/规划 + 多 Agent 团队协作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网络搜索 + 网页抓取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+ web_fetch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多模态能力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100584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005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语音合成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语音克隆 + Edge 兜底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00584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005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图像生成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Selfie — 一致角色生成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657600" cy="100584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377440"/>
            <a:ext cx="54864" cy="1005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图像理解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— 多模态图像分析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3657600" cy="100584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377440"/>
            <a:ext cx="54864" cy="1005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日程管理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— 家庭日程 SQLite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3657600" cy="100584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566160"/>
            <a:ext cx="54864" cy="100584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微信消息读取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本地微信数据库查询（群聊/搜索/历史）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通信与安全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跨平台消息发送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msg_send / media_send，跨平台投递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防循环机制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reply_blocklist，防止 Bot 互相回复死循环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74320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通讯录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通讯录独立管理，自动注入 System Prompt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上下文管理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多级 Compaction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/ micro / rule — 智能压缩不丢任务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PreCompact Hook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压缩前自动存档到文件，防止信息丢失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3657600" cy="137160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74320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注入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/ SOUL / 记忆 — 模块化注入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完整的 AI Agent 基础设施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1280160" cy="54864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2560320"/>
            <a:ext cx="1280160" cy="54864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31920" y="2560320"/>
            <a:ext cx="1280160" cy="54864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0" y="2560320"/>
            <a:ext cx="1280160" cy="54864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0" y="2560320"/>
            <a:ext cx="1280160" cy="548640"/>
          </a:xfrm>
          <a:prstGeom prst="rect">
            <a:avLst/>
          </a:prstGeom>
          <a:solidFill>
            <a:srgbClr val="121A3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2560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2560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2560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560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 7  —  一个引擎，无限可能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 7 — AI Agent 引擎</dc:title>
  <dc:subject>PptxGenJS Presentation</dc:subject>
  <dc:creator>小柯</dc:creator>
  <cp:lastModifiedBy>小柯</cp:lastModifiedBy>
  <cp:revision>1</cp:revision>
  <dcterms:created xsi:type="dcterms:W3CDTF">2026-06-17T02:33:23Z</dcterms:created>
  <dcterms:modified xsi:type="dcterms:W3CDTF">2026-06-17T02:33:23Z</dcterms:modified>
</cp:coreProperties>
</file>