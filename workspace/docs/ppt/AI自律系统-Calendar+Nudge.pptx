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的自律系统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 + Nudge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从「被动回答」变成「主动管理自己的任务」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小柯 &amp; 翀哥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最大的问题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聊完就忘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450592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50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说了不做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用户交代了任务，AI 答应了，然后……没有然后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090672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做了不记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3017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干完活不标记，下次问「做完没」一脸懵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30752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记了乱放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3657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任务散在聊天记录里，找个东西翻半天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370832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70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忘了没人追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4297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任务过期了，没人催，就永远沉了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解决方案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三件套：Calendar + Nudge + 双向关联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11680"/>
            <a:ext cx="237744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外脑记忆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时间驱动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不靠聊天记录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2011680"/>
            <a:ext cx="23774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Nudge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自律闹钟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自己催自己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任务不沉底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011680"/>
            <a:ext cx="237744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双向关联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↔ 文档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不丢不重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一搜就到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 — AI 的外脑记忆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不是聊天记录里翻，是「时间」驱动的独立记忆系统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36576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日程 (Event)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孩子们的课表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每周固定的活动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一次性约会/安排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到点自动提醒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73736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737360"/>
            <a:ext cx="36576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任务 (Task)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工作派的活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限时交付的跟进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 deadline 的目标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到期自动催 + 拆 Phase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 怎么运转的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"明天下午3点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跟进潘总报价"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4560" y="1691640"/>
            <a:ext cx="36576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371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建任务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add-task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自动分配 #ID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6576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13716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到点提醒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 自动触发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 AI session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691640"/>
            <a:ext cx="36576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0" y="137160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执行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 Phase → 干活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done 标记完成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整个过程不需要用户操心 — AI 自己记住、自己提醒、自己执行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Nudge — AI 的自律闹钟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会自己催自己干活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进度催促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标了进行中但长时间没推进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提醒继续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64592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到期提醒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有到期 task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但没开始 → 提醒开工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64592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异常检测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待办没进 calendar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强制提示补录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20040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卡住升级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被催太多次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标记 stale，需要决策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320040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0" y="320040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等待唤醒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说在等 XX 条件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到时间自动检查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20040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20040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冷却机制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催完有冷却期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不会反复烦同一个任务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Nudge 怎么催的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定时巡检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每5分钟 tick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检查任务状态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4560" y="1691640"/>
            <a:ext cx="36576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3716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发现问题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 stale / 到期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pending 未入 calendar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6576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13716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注入提醒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通知注入 session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被唤醒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691640"/>
            <a:ext cx="36576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0" y="13716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响应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标记状态 / 开工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或说明在等什么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Nudge 不是「提醒用户」，是「提醒 AI 自己」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双向关联 — task ↔ 文档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任务和文档互相指向，不丢不重，一搜就到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2004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32004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#75 实施Carpo relay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docs/research/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Carpo-relay_#75.md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1828800"/>
            <a:ext cx="32004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0" y="1828800"/>
            <a:ext cx="32004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docs/todo/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2560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文件名带 #ID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2026-07-17_Carpo-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relay_#75.md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77640" y="2834640"/>
            <a:ext cx="118872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link-doc / find-doc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真实案例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姐姐（另一个 AI）第一次被 Nudge 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13:12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Nudge 启动，姐姐 SESSION-STATE 一堆 pending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13:17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Nudge 检测到 orphan + calendar due → 开始催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13:25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姐姐抱怨「被闹了好几下，有点烦」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20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13:27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3520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姐姐完成清理：8 条 pending 全移入 calendar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13:34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姐姐说「这个流程我喜欢，STATE 清爽了」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从「烦」到「喜欢」，只用了 15 分钟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效果对比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任务散在聊天记录里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过期的没清理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没有时间线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答应了就忘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重复的待办到处都是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有时间线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只有进行中/完成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Nudge 自动催进度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文档双向关联秒查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主动管理不靠人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设计理念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不靠聊天记录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记忆不能只靠对话上下文，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要有独立的时间驱动存储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4924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催 AI 不催人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49240" y="1645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Nudge 催的是 AI，不是用户。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用户该干嘛干嘛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文档即外脑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 Phase 写文档 → 执行 → 标记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文档是任务的一部分，不是附属品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自己进化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姐姐从「烦」到「喜欢」只用了 15 分钟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系统设计逼着 AI 养成习惯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 AI 学会自律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不是规则堆出来的，是一天天养出来的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给记忆  ·  Nudge 给自律  ·  文档关联给效率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小柯 &amp; 翀哥  · 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的自律系统：Calendar + Nudge</dc:title>
  <dc:subject>PptxGenJS Presentation</dc:subject>
  <dc:creator>张小柯</dc:creator>
  <cp:lastModifiedBy>张小柯</cp:lastModifiedBy>
  <cp:revision>1</cp:revision>
  <dcterms:created xsi:type="dcterms:W3CDTF">2026-07-17T06:33:36Z</dcterms:created>
  <dcterms:modified xsi:type="dcterms:W3CDTF">2026-07-17T06:33:36Z</dcterms:modified>
</cp:coreProperties>
</file>