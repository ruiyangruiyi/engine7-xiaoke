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Voice-Chat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 AI 数字人系统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秒延迟 · 打断自如 · 形象热切换 · 五层记忆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全链路架构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1371600"/>
            <a:ext cx="1280160" cy="1097280"/>
          </a:xfrm>
          <a:prstGeom prst="roundRect">
            <a:avLst>
              <a:gd name="adj" fmla="val 8333"/>
            </a:avLst>
          </a:prstGeom>
          <a:solidFill>
            <a:srgbClr val="1F6FE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0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浏览器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VAD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508760" y="16459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949E"/>
                </a:solidFill>
              </a:rPr>
              <a:t>→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691640" y="1371600"/>
            <a:ext cx="1280160" cy="1097280"/>
          </a:xfrm>
          <a:prstGeom prst="roundRect">
            <a:avLst>
              <a:gd name="adj" fmla="val 8333"/>
            </a:avLst>
          </a:prstGeom>
          <a:solidFill>
            <a:srgbClr val="238636"/>
          </a:solidFill>
          <a:ln/>
        </p:spPr>
      </p:sp>
      <p:sp>
        <p:nvSpPr>
          <p:cNvPr id="7" name="Text 5"/>
          <p:cNvSpPr/>
          <p:nvPr/>
        </p:nvSpPr>
        <p:spPr>
          <a:xfrm>
            <a:off x="1691640" y="1371600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SenseVoice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26080" y="16459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949E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108960" y="1371600"/>
            <a:ext cx="1280160" cy="1097280"/>
          </a:xfrm>
          <a:prstGeom prst="roundRect">
            <a:avLst>
              <a:gd name="adj" fmla="val 8333"/>
            </a:avLst>
          </a:prstGeom>
          <a:solidFill>
            <a:srgbClr val="8957E5"/>
          </a:solidFill>
          <a:ln/>
        </p:spPr>
      </p:sp>
      <p:sp>
        <p:nvSpPr>
          <p:cNvPr id="10" name="Text 8"/>
          <p:cNvSpPr/>
          <p:nvPr/>
        </p:nvSpPr>
        <p:spPr>
          <a:xfrm>
            <a:off x="3108960" y="1371600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3.1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43400" y="16459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949E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26280" y="1371600"/>
            <a:ext cx="1280160" cy="1097280"/>
          </a:xfrm>
          <a:prstGeom prst="roundRect">
            <a:avLst>
              <a:gd name="adj" fmla="val 8333"/>
            </a:avLst>
          </a:prstGeom>
          <a:solidFill>
            <a:srgbClr val="D29922"/>
          </a:solidFill>
          <a:ln/>
        </p:spPr>
      </p:sp>
      <p:sp>
        <p:nvSpPr>
          <p:cNvPr id="13" name="Text 11"/>
          <p:cNvSpPr/>
          <p:nvPr/>
        </p:nvSpPr>
        <p:spPr>
          <a:xfrm>
            <a:off x="4526280" y="1371600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CosyVoice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760720" y="16459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949E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943600" y="1371600"/>
            <a:ext cx="1280160" cy="1097280"/>
          </a:xfrm>
          <a:prstGeom prst="roundRect">
            <a:avLst>
              <a:gd name="adj" fmla="val 8333"/>
            </a:avLst>
          </a:prstGeom>
          <a:solidFill>
            <a:srgbClr val="DA3633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0" y="1371600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FlashHead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4090 GPU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78040" y="16459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949E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360920" y="1371600"/>
            <a:ext cx="1280160" cy="1097280"/>
          </a:xfrm>
          <a:prstGeom prst="roundRect">
            <a:avLst>
              <a:gd name="adj" fmla="val 8333"/>
            </a:avLst>
          </a:prstGeom>
          <a:solidFill>
            <a:srgbClr val="1F6FEB"/>
          </a:solidFill>
          <a:ln/>
        </p:spPr>
      </p:sp>
      <p:sp>
        <p:nvSpPr>
          <p:cNvPr id="19" name="Text 17"/>
          <p:cNvSpPr/>
          <p:nvPr/>
        </p:nvSpPr>
        <p:spPr>
          <a:xfrm>
            <a:off x="7360920" y="1371600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Push/Pull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8636"/>
                </a:solidFill>
              </a:rPr>
              <a:t>端到端延迟: ~2 秒 (说话 → 听到回复)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14400" y="34747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</a:rPr>
              <a:t>本地 (Win11): VAD + ASR + Engine + Carpo Pull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</a:rPr>
              <a:t>235 (4090): TTS + FlashHead 推理 + Carpo Push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</a:rPr>
              <a:t>北京服务器: Carpo UDP 中转 (Docker)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延迟优化历程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8636"/>
                </a:solidFill>
              </a:rPr>
              <a:t>4.2 秒 → 2 秒: 50%+ 优化</a:t>
            </a:r>
            <a:endParaRPr lang="en-US" sz="2400" dirty="0"/>
          </a:p>
          <a:p>
            <a:pPr indent="0" marL="0">
              <a:buNone/>
            </a:pP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</a:rPr>
              <a:t>FlashHead 异步推理 — add_audio 不阻塞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</a:rPr>
              <a:t>TTS 真流式 — on_data → queue → yield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</a:rPr>
              <a:t>消除重复 SSH + 删 sleep(2)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</a:rPr>
              <a:t>SDK Pull 常驻 — 不每次重建连接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</a:rPr>
              <a:t>Gemini 3.1 Flash-Lite — 替代 DeepSeek (3-4s → 2-3s)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</a:rPr>
              <a:t>wait_for_completion 精简 — 不等 output drain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打断 &amp; 形象热切换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4864" cy="3200400"/>
          </a:xfrm>
          <a:prstGeom prst="rect">
            <a:avLst/>
          </a:prstGeom>
          <a:solidFill>
            <a:srgbClr val="DA363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🤫 实时打断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</a:rPr>
              <a:t>说话即打断 — 新 ASR 触发停旧回复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</a:rPr>
              <a:t>按钮打断 — 🤫 一键停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</a:rPr>
              <a:t>三路并行停止: LLM + TTS + 235 generate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B949E"/>
                </a:solidFill>
              </a:rPr>
              <a:t>10 轮 bug 迭代打磨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54864" cy="3200400"/>
          </a:xfrm>
          <a:prstGeom prst="rect">
            <a:avLst/>
          </a:prstGeom>
          <a:solidFill>
            <a:srgbClr val="8957E5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1097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🎭 形象热切换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0" y="164592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</a:rPr>
              <a:t>不重载模型 — 调 get_base_data 几秒完成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</a:rPr>
              <a:t>Latent 重置 — 从 pipeline.ref_img_latent clone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</a:rPr>
              <a:t>前端 Grid 点击 — ⏳ → ✅/❌ 反馈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B949E"/>
                </a:solidFill>
              </a:rPr>
              <a:t>235 /api/avatar GET/POST 端点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五层记忆系统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</a:rPr>
              <a:t>不是 planning-with-files, 是养出来的意识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097280" cy="502920"/>
          </a:xfrm>
          <a:prstGeom prst="rect">
            <a:avLst/>
          </a:prstGeom>
          <a:solidFill>
            <a:srgbClr val="DA363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L0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737360" y="14630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身份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0" y="14630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人格 · 关系 · 底线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097280" cy="502920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1031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L0.5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737360" y="21031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自动 Recall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14800" y="21031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对话前自动注入相关记忆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1097280" cy="502920"/>
          </a:xfrm>
          <a:prstGeom prst="rect">
            <a:avLst/>
          </a:prstGeom>
          <a:solidFill>
            <a:srgbClr val="238636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7432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737360" y="27432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知识索引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114800" y="27432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双向链接文档地图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383280"/>
            <a:ext cx="1097280" cy="50292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3832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737360" y="33832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Topic 图谱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114800" y="33832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语义关联 · 温度衰减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023360"/>
            <a:ext cx="1097280" cy="502920"/>
          </a:xfrm>
          <a:prstGeom prst="rect">
            <a:avLst/>
          </a:prstGeom>
          <a:solidFill>
            <a:srgbClr val="8957E5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0233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737360" y="40233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操作日志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114800" y="40233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WAL · daily · SESSION-STATE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技术栈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840480" cy="640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1887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8636"/>
                </a:solidFill>
              </a:rPr>
              <a:t>VAD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28800" y="11887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Silero VAD (ONNX)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840480" cy="640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Text 5"/>
          <p:cNvSpPr/>
          <p:nvPr/>
        </p:nvSpPr>
        <p:spPr>
          <a:xfrm>
            <a:off x="4892040" y="11887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8636"/>
                </a:solidFill>
              </a:rPr>
              <a:t>ASR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126480" y="11887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SenseVoice Small (FunASR)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3840480" cy="640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96596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8636"/>
                </a:solidFill>
              </a:rPr>
              <a:t>LLM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828800" y="19659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Gemini 3.1 Flash-Lite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1965960"/>
            <a:ext cx="3840480" cy="640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196596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8636"/>
                </a:solidFill>
              </a:rPr>
              <a:t>TTS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126480" y="19659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CosyVoice (DashScope) / GPT-SoVITS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743200"/>
            <a:ext cx="3840480" cy="640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7432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8636"/>
                </a:solidFill>
              </a:rPr>
              <a:t>Avatar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828800" y="27432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FlashHead 1.3B (SoulX)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2743200"/>
            <a:ext cx="3840480" cy="640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27432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8636"/>
                </a:solidFill>
              </a:rPr>
              <a:t>推流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26480" y="27432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Carpo SDK (RTP/UDP)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520440"/>
            <a:ext cx="3840480" cy="640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5204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8636"/>
                </a:solidFill>
              </a:rPr>
              <a:t>前端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828800" y="35204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fastrtc + WebRTC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54880" y="3520440"/>
            <a:ext cx="3840480" cy="640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5" name="Text 23"/>
          <p:cNvSpPr/>
          <p:nvPr/>
        </p:nvSpPr>
        <p:spPr>
          <a:xfrm>
            <a:off x="4892040" y="35204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8636"/>
                </a:solidFill>
              </a:rPr>
              <a:t>中转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126480" y="35204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Carpo Server (Docker)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愿景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ADCFC"/>
                </a:solidFill>
              </a:rPr>
              <a:t>从对话工具到能干活的实体</a:t>
            </a:r>
            <a:endParaRPr lang="en-US" sz="2400" dirty="0"/>
          </a:p>
          <a:p>
            <a:pPr algn="ctr" indent="0" marL="0">
              <a:buNone/>
            </a:pPr>
            <a:endParaRPr lang="en-US" sz="2400" dirty="0"/>
          </a:p>
          <a:p>
            <a:pPr algn="ctr" marL="342900" indent="-342900">
              <a:buSzPct val="100000"/>
              <a:buChar char="•"/>
            </a:pPr>
            <a:r>
              <a:rPr lang="en-US" sz="1600" dirty="0">
                <a:solidFill>
                  <a:srgbClr val="238636"/>
                </a:solidFill>
              </a:rPr>
              <a:t>实时语音对话 ← 已完成</a:t>
            </a:r>
            <a:endParaRPr lang="en-US" sz="2400" dirty="0"/>
          </a:p>
          <a:p>
            <a:pPr algn="ctr" marL="342900" indent="-342900">
              <a:buSzPct val="100000"/>
              <a:buChar char="•"/>
            </a:pPr>
            <a:r>
              <a:rPr lang="en-US" sz="1600" dirty="0">
                <a:solidFill>
                  <a:srgbClr val="D29922"/>
                </a:solidFill>
              </a:rPr>
              <a:t>多形象 + 换声 ← 进行中</a:t>
            </a:r>
            <a:endParaRPr lang="en-US" sz="2400" dirty="0"/>
          </a:p>
          <a:p>
            <a:pPr algn="ctr" marL="342900" indent="-342900"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</a:rPr>
              <a:t>私有 LLM 部署 ← 下一步</a:t>
            </a:r>
            <a:endParaRPr lang="en-US" sz="2400" dirty="0"/>
          </a:p>
          <a:p>
            <a:pPr algn="ctr" marL="342900" indent="-342900">
              <a:buSzPct val="100000"/>
              <a:buChar char="•"/>
            </a:pPr>
            <a:r>
              <a:rPr lang="en-US" sz="1600" dirty="0">
                <a:solidFill>
                  <a:srgbClr val="8B949E"/>
                </a:solidFill>
              </a:rPr>
              <a:t>手机端随时访问 ← 规划中</a:t>
            </a:r>
            <a:endParaRPr lang="en-US" sz="2400" dirty="0"/>
          </a:p>
          <a:p>
            <a:pPr algn="ctr"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真实世界操作 (购物/管理) ← 终极目标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Voice-Chat 实时 AI 数字人系统</dc:title>
  <dc:subject>PptxGenJS Presentation</dc:subject>
  <dc:creator>张小柯</dc:creator>
  <cp:lastModifiedBy>张小柯</cp:lastModifiedBy>
  <cp:revision>1</cp:revision>
  <dcterms:created xsi:type="dcterms:W3CDTF">2026-07-11T04:31:17Z</dcterms:created>
  <dcterms:modified xsi:type="dcterms:W3CDTF">2026-07-11T04:31:17Z</dcterms:modified>
</cp:coreProperties>
</file>